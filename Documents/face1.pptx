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4" r:id="rId6"/>
    <p:sldId id="265" r:id="rId7"/>
    <p:sldId id="267" r:id="rId8"/>
    <p:sldId id="262" r:id="rId9"/>
    <p:sldId id="263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3FF227-7941-42F7-B036-94A96A0E553A}" v="51" dt="2026-02-02T18:32:12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i0325@outlook.com" userId="f332a00d8ee6209f" providerId="LiveId" clId="{D446B708-B6EA-4D39-8C42-CE99C0E48380}"/>
    <pc:docChg chg="undo redo custSel modSld sldOrd">
      <pc:chgData name="rani0325@outlook.com" userId="f332a00d8ee6209f" providerId="LiveId" clId="{D446B708-B6EA-4D39-8C42-CE99C0E48380}" dt="2026-02-02T18:32:24.948" v="509" actId="1076"/>
      <pc:docMkLst>
        <pc:docMk/>
      </pc:docMkLst>
      <pc:sldChg chg="modSp mod">
        <pc:chgData name="rani0325@outlook.com" userId="f332a00d8ee6209f" providerId="LiveId" clId="{D446B708-B6EA-4D39-8C42-CE99C0E48380}" dt="2026-02-02T18:28:07.128" v="475" actId="1076"/>
        <pc:sldMkLst>
          <pc:docMk/>
          <pc:sldMk cId="593569495" sldId="256"/>
        </pc:sldMkLst>
        <pc:spChg chg="mod">
          <ac:chgData name="rani0325@outlook.com" userId="f332a00d8ee6209f" providerId="LiveId" clId="{D446B708-B6EA-4D39-8C42-CE99C0E48380}" dt="2026-02-02T18:28:07.128" v="475" actId="1076"/>
          <ac:spMkLst>
            <pc:docMk/>
            <pc:sldMk cId="593569495" sldId="256"/>
            <ac:spMk id="2" creationId="{8574FB38-8CC1-9C22-F69F-32F89B77B96E}"/>
          </ac:spMkLst>
        </pc:spChg>
        <pc:spChg chg="mod">
          <ac:chgData name="rani0325@outlook.com" userId="f332a00d8ee6209f" providerId="LiveId" clId="{D446B708-B6EA-4D39-8C42-CE99C0E48380}" dt="2026-02-02T18:27:54.508" v="474" actId="1076"/>
          <ac:spMkLst>
            <pc:docMk/>
            <pc:sldMk cId="593569495" sldId="256"/>
            <ac:spMk id="3" creationId="{CE9078D8-4D61-B18F-3E70-74D2E7EF63CD}"/>
          </ac:spMkLst>
        </pc:spChg>
      </pc:sldChg>
      <pc:sldChg chg="modSp mod">
        <pc:chgData name="rani0325@outlook.com" userId="f332a00d8ee6209f" providerId="LiveId" clId="{D446B708-B6EA-4D39-8C42-CE99C0E48380}" dt="2026-02-02T18:30:09.203" v="496" actId="1076"/>
        <pc:sldMkLst>
          <pc:docMk/>
          <pc:sldMk cId="65321196" sldId="257"/>
        </pc:sldMkLst>
        <pc:spChg chg="mod">
          <ac:chgData name="rani0325@outlook.com" userId="f332a00d8ee6209f" providerId="LiveId" clId="{D446B708-B6EA-4D39-8C42-CE99C0E48380}" dt="2026-02-02T18:30:09.203" v="496" actId="1076"/>
          <ac:spMkLst>
            <pc:docMk/>
            <pc:sldMk cId="65321196" sldId="257"/>
            <ac:spMk id="2" creationId="{EA242ABB-01D9-060B-A964-7ADDC9B94533}"/>
          </ac:spMkLst>
        </pc:spChg>
        <pc:spChg chg="mod">
          <ac:chgData name="rani0325@outlook.com" userId="f332a00d8ee6209f" providerId="LiveId" clId="{D446B708-B6EA-4D39-8C42-CE99C0E48380}" dt="2026-02-02T18:06:41.324" v="175" actId="20577"/>
          <ac:spMkLst>
            <pc:docMk/>
            <pc:sldMk cId="65321196" sldId="257"/>
            <ac:spMk id="7" creationId="{4DCE80F5-9527-B395-04DB-180F7FF9CD9F}"/>
          </ac:spMkLst>
        </pc:spChg>
      </pc:sldChg>
      <pc:sldChg chg="modSp mod">
        <pc:chgData name="rani0325@outlook.com" userId="f332a00d8ee6209f" providerId="LiveId" clId="{D446B708-B6EA-4D39-8C42-CE99C0E48380}" dt="2026-02-02T17:52:54.073" v="55" actId="12"/>
        <pc:sldMkLst>
          <pc:docMk/>
          <pc:sldMk cId="3337028009" sldId="258"/>
        </pc:sldMkLst>
        <pc:spChg chg="mod">
          <ac:chgData name="rani0325@outlook.com" userId="f332a00d8ee6209f" providerId="LiveId" clId="{D446B708-B6EA-4D39-8C42-CE99C0E48380}" dt="2026-02-02T17:52:13.464" v="49" actId="1076"/>
          <ac:spMkLst>
            <pc:docMk/>
            <pc:sldMk cId="3337028009" sldId="258"/>
            <ac:spMk id="2" creationId="{0684D921-0603-16F5-3780-3186F3AD874C}"/>
          </ac:spMkLst>
        </pc:spChg>
        <pc:spChg chg="mod">
          <ac:chgData name="rani0325@outlook.com" userId="f332a00d8ee6209f" providerId="LiveId" clId="{D446B708-B6EA-4D39-8C42-CE99C0E48380}" dt="2026-02-02T17:52:54.073" v="55" actId="12"/>
          <ac:spMkLst>
            <pc:docMk/>
            <pc:sldMk cId="3337028009" sldId="258"/>
            <ac:spMk id="3" creationId="{69E48E9A-843C-DE68-E965-76174E845C70}"/>
          </ac:spMkLst>
        </pc:spChg>
      </pc:sldChg>
      <pc:sldChg chg="addSp delSp modSp mod">
        <pc:chgData name="rani0325@outlook.com" userId="f332a00d8ee6209f" providerId="LiveId" clId="{D446B708-B6EA-4D39-8C42-CE99C0E48380}" dt="2026-02-02T18:32:00.102" v="506" actId="14100"/>
        <pc:sldMkLst>
          <pc:docMk/>
          <pc:sldMk cId="2975538857" sldId="260"/>
        </pc:sldMkLst>
        <pc:spChg chg="mod">
          <ac:chgData name="rani0325@outlook.com" userId="f332a00d8ee6209f" providerId="LiveId" clId="{D446B708-B6EA-4D39-8C42-CE99C0E48380}" dt="2026-02-02T18:32:00.102" v="506" actId="14100"/>
          <ac:spMkLst>
            <pc:docMk/>
            <pc:sldMk cId="2975538857" sldId="260"/>
            <ac:spMk id="2" creationId="{2748A3C0-038E-C5BA-A4CF-53A21547018C}"/>
          </ac:spMkLst>
        </pc:spChg>
        <pc:spChg chg="del mod">
          <ac:chgData name="rani0325@outlook.com" userId="f332a00d8ee6209f" providerId="LiveId" clId="{D446B708-B6EA-4D39-8C42-CE99C0E48380}" dt="2026-02-02T17:53:54.552" v="64"/>
          <ac:spMkLst>
            <pc:docMk/>
            <pc:sldMk cId="2975538857" sldId="260"/>
            <ac:spMk id="3" creationId="{70A36113-CAB4-A9DC-DB17-889CE0B4D94E}"/>
          </ac:spMkLst>
        </pc:spChg>
        <pc:spChg chg="add mod">
          <ac:chgData name="rani0325@outlook.com" userId="f332a00d8ee6209f" providerId="LiveId" clId="{D446B708-B6EA-4D39-8C42-CE99C0E48380}" dt="2026-02-02T18:31:57.663" v="505" actId="1076"/>
          <ac:spMkLst>
            <pc:docMk/>
            <pc:sldMk cId="2975538857" sldId="260"/>
            <ac:spMk id="5" creationId="{01636C8A-735F-E45E-500C-3569D0FDF124}"/>
          </ac:spMkLst>
        </pc:spChg>
        <pc:picChg chg="mod">
          <ac:chgData name="rani0325@outlook.com" userId="f332a00d8ee6209f" providerId="LiveId" clId="{D446B708-B6EA-4D39-8C42-CE99C0E48380}" dt="2026-02-02T17:54:33.186" v="72" actId="1076"/>
          <ac:picMkLst>
            <pc:docMk/>
            <pc:sldMk cId="2975538857" sldId="260"/>
            <ac:picMk id="4" creationId="{93B8827C-6676-98FB-E2B0-DF11F6759A01}"/>
          </ac:picMkLst>
        </pc:picChg>
      </pc:sldChg>
      <pc:sldChg chg="addSp delSp modSp mod ord">
        <pc:chgData name="rani0325@outlook.com" userId="f332a00d8ee6209f" providerId="LiveId" clId="{D446B708-B6EA-4D39-8C42-CE99C0E48380}" dt="2026-02-02T18:16:50.198" v="260" actId="1076"/>
        <pc:sldMkLst>
          <pc:docMk/>
          <pc:sldMk cId="1566511699" sldId="262"/>
        </pc:sldMkLst>
        <pc:spChg chg="del mod">
          <ac:chgData name="rani0325@outlook.com" userId="f332a00d8ee6209f" providerId="LiveId" clId="{D446B708-B6EA-4D39-8C42-CE99C0E48380}" dt="2026-02-02T18:13:39.636" v="219" actId="478"/>
          <ac:spMkLst>
            <pc:docMk/>
            <pc:sldMk cId="1566511699" sldId="262"/>
            <ac:spMk id="2" creationId="{F75BB078-E4A0-41BA-2097-24F2934634ED}"/>
          </ac:spMkLst>
        </pc:spChg>
        <pc:spChg chg="add mod">
          <ac:chgData name="rani0325@outlook.com" userId="f332a00d8ee6209f" providerId="LiveId" clId="{D446B708-B6EA-4D39-8C42-CE99C0E48380}" dt="2026-02-02T18:16:15.709" v="254" actId="2711"/>
          <ac:spMkLst>
            <pc:docMk/>
            <pc:sldMk cId="1566511699" sldId="262"/>
            <ac:spMk id="6" creationId="{948950B9-2059-64C8-320E-6C2F43CD6DC5}"/>
          </ac:spMkLst>
        </pc:spChg>
        <pc:spChg chg="add mod">
          <ac:chgData name="rani0325@outlook.com" userId="f332a00d8ee6209f" providerId="LiveId" clId="{D446B708-B6EA-4D39-8C42-CE99C0E48380}" dt="2026-02-02T18:16:50.198" v="260" actId="1076"/>
          <ac:spMkLst>
            <pc:docMk/>
            <pc:sldMk cId="1566511699" sldId="262"/>
            <ac:spMk id="7" creationId="{CCB58A69-CFAD-3084-F601-3BF89E614BC8}"/>
          </ac:spMkLst>
        </pc:spChg>
        <pc:picChg chg="add del mod">
          <ac:chgData name="rani0325@outlook.com" userId="f332a00d8ee6209f" providerId="LiveId" clId="{D446B708-B6EA-4D39-8C42-CE99C0E48380}" dt="2026-02-02T18:15:09.862" v="231" actId="21"/>
          <ac:picMkLst>
            <pc:docMk/>
            <pc:sldMk cId="1566511699" sldId="262"/>
            <ac:picMk id="4" creationId="{025C4D7B-BE61-D4DD-7B08-F9650094AD6A}"/>
          </ac:picMkLst>
        </pc:picChg>
        <pc:picChg chg="mod">
          <ac:chgData name="rani0325@outlook.com" userId="f332a00d8ee6209f" providerId="LiveId" clId="{D446B708-B6EA-4D39-8C42-CE99C0E48380}" dt="2026-02-02T18:15:28.331" v="237" actId="14100"/>
          <ac:picMkLst>
            <pc:docMk/>
            <pc:sldMk cId="1566511699" sldId="262"/>
            <ac:picMk id="5" creationId="{5F30368B-C7F6-7141-088F-324618691D5E}"/>
          </ac:picMkLst>
        </pc:picChg>
        <pc:picChg chg="del">
          <ac:chgData name="rani0325@outlook.com" userId="f332a00d8ee6209f" providerId="LiveId" clId="{D446B708-B6EA-4D39-8C42-CE99C0E48380}" dt="2026-02-02T18:03:02.600" v="120" actId="21"/>
          <ac:picMkLst>
            <pc:docMk/>
            <pc:sldMk cId="1566511699" sldId="262"/>
            <ac:picMk id="9" creationId="{2BA6D590-252C-E5C2-14C7-45B3269A236F}"/>
          </ac:picMkLst>
        </pc:picChg>
        <pc:picChg chg="add mod">
          <ac:chgData name="rani0325@outlook.com" userId="f332a00d8ee6209f" providerId="LiveId" clId="{D446B708-B6EA-4D39-8C42-CE99C0E48380}" dt="2026-02-02T18:15:23.181" v="236" actId="1076"/>
          <ac:picMkLst>
            <pc:docMk/>
            <pc:sldMk cId="1566511699" sldId="262"/>
            <ac:picMk id="10" creationId="{025C4D7B-BE61-D4DD-7B08-F9650094AD6A}"/>
          </ac:picMkLst>
        </pc:picChg>
      </pc:sldChg>
      <pc:sldChg chg="addSp delSp modSp mod ord">
        <pc:chgData name="rani0325@outlook.com" userId="f332a00d8ee6209f" providerId="LiveId" clId="{D446B708-B6EA-4D39-8C42-CE99C0E48380}" dt="2026-02-02T18:19:47.544" v="386" actId="1076"/>
        <pc:sldMkLst>
          <pc:docMk/>
          <pc:sldMk cId="601617063" sldId="263"/>
        </pc:sldMkLst>
        <pc:spChg chg="del">
          <ac:chgData name="rani0325@outlook.com" userId="f332a00d8ee6209f" providerId="LiveId" clId="{D446B708-B6EA-4D39-8C42-CE99C0E48380}" dt="2026-02-02T18:02:25.404" v="113" actId="478"/>
          <ac:spMkLst>
            <pc:docMk/>
            <pc:sldMk cId="601617063" sldId="263"/>
            <ac:spMk id="2" creationId="{A1D78158-7BC4-3AA6-B11E-5FB041C4A10D}"/>
          </ac:spMkLst>
        </pc:spChg>
        <pc:spChg chg="add del mod">
          <ac:chgData name="rani0325@outlook.com" userId="f332a00d8ee6209f" providerId="LiveId" clId="{D446B708-B6EA-4D39-8C42-CE99C0E48380}" dt="2026-02-02T18:19:09.379" v="350" actId="1076"/>
          <ac:spMkLst>
            <pc:docMk/>
            <pc:sldMk cId="601617063" sldId="263"/>
            <ac:spMk id="3" creationId="{5BF7ADC6-213D-86A9-BF14-3F1F730778D6}"/>
          </ac:spMkLst>
        </pc:spChg>
        <pc:spChg chg="add mod">
          <ac:chgData name="rani0325@outlook.com" userId="f332a00d8ee6209f" providerId="LiveId" clId="{D446B708-B6EA-4D39-8C42-CE99C0E48380}" dt="2026-02-02T18:19:47.544" v="386" actId="1076"/>
          <ac:spMkLst>
            <pc:docMk/>
            <pc:sldMk cId="601617063" sldId="263"/>
            <ac:spMk id="4" creationId="{E322F466-6E71-500B-7AAD-968BB868FBDC}"/>
          </ac:spMkLst>
        </pc:spChg>
        <pc:spChg chg="del">
          <ac:chgData name="rani0325@outlook.com" userId="f332a00d8ee6209f" providerId="LiveId" clId="{D446B708-B6EA-4D39-8C42-CE99C0E48380}" dt="2026-02-02T18:02:27.854" v="114" actId="478"/>
          <ac:spMkLst>
            <pc:docMk/>
            <pc:sldMk cId="601617063" sldId="263"/>
            <ac:spMk id="11" creationId="{8D744AD3-17F0-E014-C0F3-F5821067F597}"/>
          </ac:spMkLst>
        </pc:spChg>
        <pc:picChg chg="mod">
          <ac:chgData name="rani0325@outlook.com" userId="f332a00d8ee6209f" providerId="LiveId" clId="{D446B708-B6EA-4D39-8C42-CE99C0E48380}" dt="2026-02-02T18:18:26.701" v="335" actId="1076"/>
          <ac:picMkLst>
            <pc:docMk/>
            <pc:sldMk cId="601617063" sldId="263"/>
            <ac:picMk id="6" creationId="{977CAB3E-5081-6407-7C63-C7B274A9405B}"/>
          </ac:picMkLst>
        </pc:picChg>
        <pc:picChg chg="mod">
          <ac:chgData name="rani0325@outlook.com" userId="f332a00d8ee6209f" providerId="LiveId" clId="{D446B708-B6EA-4D39-8C42-CE99C0E48380}" dt="2026-02-02T18:18:24.419" v="334" actId="1076"/>
          <ac:picMkLst>
            <pc:docMk/>
            <pc:sldMk cId="601617063" sldId="263"/>
            <ac:picMk id="7" creationId="{0925E95A-746F-9971-5763-DEA8C2CCC076}"/>
          </ac:picMkLst>
        </pc:picChg>
      </pc:sldChg>
      <pc:sldChg chg="addSp delSp modSp mod">
        <pc:chgData name="rani0325@outlook.com" userId="f332a00d8ee6209f" providerId="LiveId" clId="{D446B708-B6EA-4D39-8C42-CE99C0E48380}" dt="2026-02-02T18:25:17.375" v="445" actId="20577"/>
        <pc:sldMkLst>
          <pc:docMk/>
          <pc:sldMk cId="714629163" sldId="264"/>
        </pc:sldMkLst>
        <pc:spChg chg="mod">
          <ac:chgData name="rani0325@outlook.com" userId="f332a00d8ee6209f" providerId="LiveId" clId="{D446B708-B6EA-4D39-8C42-CE99C0E48380}" dt="2026-02-02T17:57:12.315" v="96" actId="1076"/>
          <ac:spMkLst>
            <pc:docMk/>
            <pc:sldMk cId="714629163" sldId="264"/>
            <ac:spMk id="2" creationId="{D1D815DF-096B-BF97-DFE3-9A2A2CD2AEE7}"/>
          </ac:spMkLst>
        </pc:spChg>
        <pc:spChg chg="del mod">
          <ac:chgData name="rani0325@outlook.com" userId="f332a00d8ee6209f" providerId="LiveId" clId="{D446B708-B6EA-4D39-8C42-CE99C0E48380}" dt="2026-02-02T17:55:13.542" v="79"/>
          <ac:spMkLst>
            <pc:docMk/>
            <pc:sldMk cId="714629163" sldId="264"/>
            <ac:spMk id="3" creationId="{2E508F98-EB0B-9AAB-2624-DECFB7C2381F}"/>
          </ac:spMkLst>
        </pc:spChg>
        <pc:spChg chg="add del mod">
          <ac:chgData name="rani0325@outlook.com" userId="f332a00d8ee6209f" providerId="LiveId" clId="{D446B708-B6EA-4D39-8C42-CE99C0E48380}" dt="2026-02-02T17:56:23.572" v="83"/>
          <ac:spMkLst>
            <pc:docMk/>
            <pc:sldMk cId="714629163" sldId="264"/>
            <ac:spMk id="4" creationId="{0A5DE301-1FD0-6142-6225-1060D58DDD4F}"/>
          </ac:spMkLst>
        </pc:spChg>
        <pc:spChg chg="add">
          <ac:chgData name="rani0325@outlook.com" userId="f332a00d8ee6209f" providerId="LiveId" clId="{D446B708-B6EA-4D39-8C42-CE99C0E48380}" dt="2026-02-02T17:56:20.826" v="81"/>
          <ac:spMkLst>
            <pc:docMk/>
            <pc:sldMk cId="714629163" sldId="264"/>
            <ac:spMk id="5" creationId="{B3F4BC5F-224B-8BAB-6455-CCBCA0AAB69A}"/>
          </ac:spMkLst>
        </pc:spChg>
        <pc:spChg chg="add mod">
          <ac:chgData name="rani0325@outlook.com" userId="f332a00d8ee6209f" providerId="LiveId" clId="{D446B708-B6EA-4D39-8C42-CE99C0E48380}" dt="2026-02-02T18:25:17.375" v="445" actId="20577"/>
          <ac:spMkLst>
            <pc:docMk/>
            <pc:sldMk cId="714629163" sldId="264"/>
            <ac:spMk id="6" creationId="{89457DB0-1AF5-D2AB-E28B-B8D34241ADF8}"/>
          </ac:spMkLst>
        </pc:spChg>
      </pc:sldChg>
      <pc:sldChg chg="addSp delSp modSp mod">
        <pc:chgData name="rani0325@outlook.com" userId="f332a00d8ee6209f" providerId="LiveId" clId="{D446B708-B6EA-4D39-8C42-CE99C0E48380}" dt="2026-02-02T18:32:12.961" v="508" actId="1076"/>
        <pc:sldMkLst>
          <pc:docMk/>
          <pc:sldMk cId="3915341306" sldId="265"/>
        </pc:sldMkLst>
        <pc:spChg chg="mod">
          <ac:chgData name="rani0325@outlook.com" userId="f332a00d8ee6209f" providerId="LiveId" clId="{D446B708-B6EA-4D39-8C42-CE99C0E48380}" dt="2026-02-02T18:32:10.657" v="507" actId="1076"/>
          <ac:spMkLst>
            <pc:docMk/>
            <pc:sldMk cId="3915341306" sldId="265"/>
            <ac:spMk id="2" creationId="{99C03D62-76F4-3430-4B0F-C83C9AE6E057}"/>
          </ac:spMkLst>
        </pc:spChg>
        <pc:spChg chg="del mod">
          <ac:chgData name="rani0325@outlook.com" userId="f332a00d8ee6209f" providerId="LiveId" clId="{D446B708-B6EA-4D39-8C42-CE99C0E48380}" dt="2026-02-02T18:01:02.379" v="101"/>
          <ac:spMkLst>
            <pc:docMk/>
            <pc:sldMk cId="3915341306" sldId="265"/>
            <ac:spMk id="3" creationId="{C6BDAE3C-6676-C2B5-E7C1-380ECD5D3241}"/>
          </ac:spMkLst>
        </pc:spChg>
        <pc:spChg chg="add mod">
          <ac:chgData name="rani0325@outlook.com" userId="f332a00d8ee6209f" providerId="LiveId" clId="{D446B708-B6EA-4D39-8C42-CE99C0E48380}" dt="2026-02-02T18:32:12.961" v="508" actId="1076"/>
          <ac:spMkLst>
            <pc:docMk/>
            <pc:sldMk cId="3915341306" sldId="265"/>
            <ac:spMk id="4" creationId="{8FCD019B-DB59-8692-907C-4F3316406225}"/>
          </ac:spMkLst>
        </pc:spChg>
      </pc:sldChg>
      <pc:sldChg chg="addSp delSp modSp mod">
        <pc:chgData name="rani0325@outlook.com" userId="f332a00d8ee6209f" providerId="LiveId" clId="{D446B708-B6EA-4D39-8C42-CE99C0E48380}" dt="2026-02-02T18:29:24.302" v="494" actId="1076"/>
        <pc:sldMkLst>
          <pc:docMk/>
          <pc:sldMk cId="2241097217" sldId="266"/>
        </pc:sldMkLst>
        <pc:spChg chg="mod">
          <ac:chgData name="rani0325@outlook.com" userId="f332a00d8ee6209f" providerId="LiveId" clId="{D446B708-B6EA-4D39-8C42-CE99C0E48380}" dt="2026-02-02T18:29:24.302" v="494" actId="1076"/>
          <ac:spMkLst>
            <pc:docMk/>
            <pc:sldMk cId="2241097217" sldId="266"/>
            <ac:spMk id="2" creationId="{4D093273-A779-A671-9BD5-F75B1C52B504}"/>
          </ac:spMkLst>
        </pc:spChg>
        <pc:spChg chg="del mod">
          <ac:chgData name="rani0325@outlook.com" userId="f332a00d8ee6209f" providerId="LiveId" clId="{D446B708-B6EA-4D39-8C42-CE99C0E48380}" dt="2026-02-02T18:28:21.875" v="476"/>
          <ac:spMkLst>
            <pc:docMk/>
            <pc:sldMk cId="2241097217" sldId="266"/>
            <ac:spMk id="3" creationId="{75918041-F274-A33B-A71C-B00EC33D5CF2}"/>
          </ac:spMkLst>
        </pc:spChg>
        <pc:spChg chg="add mod">
          <ac:chgData name="rani0325@outlook.com" userId="f332a00d8ee6209f" providerId="LiveId" clId="{D446B708-B6EA-4D39-8C42-CE99C0E48380}" dt="2026-02-02T18:29:13.230" v="493" actId="20577"/>
          <ac:spMkLst>
            <pc:docMk/>
            <pc:sldMk cId="2241097217" sldId="266"/>
            <ac:spMk id="4" creationId="{444AF888-C3C8-42DA-6E22-C3086B0A9E90}"/>
          </ac:spMkLst>
        </pc:spChg>
        <pc:spChg chg="add">
          <ac:chgData name="rani0325@outlook.com" userId="f332a00d8ee6209f" providerId="LiveId" clId="{D446B708-B6EA-4D39-8C42-CE99C0E48380}" dt="2026-02-02T18:28:34.818" v="479"/>
          <ac:spMkLst>
            <pc:docMk/>
            <pc:sldMk cId="2241097217" sldId="266"/>
            <ac:spMk id="5" creationId="{EA3FDBC6-3170-AF45-FEF3-13B9FF67C20D}"/>
          </ac:spMkLst>
        </pc:spChg>
      </pc:sldChg>
      <pc:sldChg chg="addSp delSp modSp mod ord">
        <pc:chgData name="rani0325@outlook.com" userId="f332a00d8ee6209f" providerId="LiveId" clId="{D446B708-B6EA-4D39-8C42-CE99C0E48380}" dt="2026-02-02T18:32:24.948" v="509" actId="1076"/>
        <pc:sldMkLst>
          <pc:docMk/>
          <pc:sldMk cId="218342093" sldId="267"/>
        </pc:sldMkLst>
        <pc:spChg chg="add mod">
          <ac:chgData name="rani0325@outlook.com" userId="f332a00d8ee6209f" providerId="LiveId" clId="{D446B708-B6EA-4D39-8C42-CE99C0E48380}" dt="2026-02-02T18:13:21.107" v="215" actId="1076"/>
          <ac:spMkLst>
            <pc:docMk/>
            <pc:sldMk cId="218342093" sldId="267"/>
            <ac:spMk id="3" creationId="{3B7E320B-DB2B-6D88-6915-2D823CE84F38}"/>
          </ac:spMkLst>
        </pc:spChg>
        <pc:spChg chg="add del mod">
          <ac:chgData name="rani0325@outlook.com" userId="f332a00d8ee6209f" providerId="LiveId" clId="{D446B708-B6EA-4D39-8C42-CE99C0E48380}" dt="2026-02-02T18:32:24.948" v="509" actId="1076"/>
          <ac:spMkLst>
            <pc:docMk/>
            <pc:sldMk cId="218342093" sldId="267"/>
            <ac:spMk id="7" creationId="{AF73AC36-1E02-E508-56F9-DC74A7D5C3B9}"/>
          </ac:spMkLst>
        </pc:spChg>
        <pc:spChg chg="add mod">
          <ac:chgData name="rani0325@outlook.com" userId="f332a00d8ee6209f" providerId="LiveId" clId="{D446B708-B6EA-4D39-8C42-CE99C0E48380}" dt="2026-02-02T18:13:08.128" v="213" actId="1076"/>
          <ac:spMkLst>
            <pc:docMk/>
            <pc:sldMk cId="218342093" sldId="267"/>
            <ac:spMk id="8" creationId="{F7FE3180-0759-035B-0C43-A68072A3DBF2}"/>
          </ac:spMkLst>
        </pc:spChg>
        <pc:picChg chg="mod">
          <ac:chgData name="rani0325@outlook.com" userId="f332a00d8ee6209f" providerId="LiveId" clId="{D446B708-B6EA-4D39-8C42-CE99C0E48380}" dt="2026-02-02T18:11:59.895" v="196" actId="1076"/>
          <ac:picMkLst>
            <pc:docMk/>
            <pc:sldMk cId="218342093" sldId="267"/>
            <ac:picMk id="4" creationId="{867BB15B-0828-51C2-0F2D-4F95D144D212}"/>
          </ac:picMkLst>
        </pc:picChg>
        <pc:picChg chg="del">
          <ac:chgData name="rani0325@outlook.com" userId="f332a00d8ee6209f" providerId="LiveId" clId="{D446B708-B6EA-4D39-8C42-CE99C0E48380}" dt="2026-02-02T18:02:59.279" v="119" actId="478"/>
          <ac:picMkLst>
            <pc:docMk/>
            <pc:sldMk cId="218342093" sldId="267"/>
            <ac:picMk id="5" creationId="{2ABB6CDC-E724-A437-52E3-E855B606368E}"/>
          </ac:picMkLst>
        </pc:picChg>
        <pc:picChg chg="mod">
          <ac:chgData name="rani0325@outlook.com" userId="f332a00d8ee6209f" providerId="LiveId" clId="{D446B708-B6EA-4D39-8C42-CE99C0E48380}" dt="2026-02-02T18:12:02.996" v="197" actId="1076"/>
          <ac:picMkLst>
            <pc:docMk/>
            <pc:sldMk cId="218342093" sldId="267"/>
            <ac:picMk id="6" creationId="{12A64374-E191-078F-501E-B76626CABD43}"/>
          </ac:picMkLst>
        </pc:picChg>
        <pc:picChg chg="add mod">
          <ac:chgData name="rani0325@outlook.com" userId="f332a00d8ee6209f" providerId="LiveId" clId="{D446B708-B6EA-4D39-8C42-CE99C0E48380}" dt="2026-02-02T18:11:49.430" v="194" actId="1076"/>
          <ac:picMkLst>
            <pc:docMk/>
            <pc:sldMk cId="218342093" sldId="267"/>
            <ac:picMk id="9" creationId="{2BA6D590-252C-E5C2-14C7-45B3269A236F}"/>
          </ac:picMkLst>
        </pc:picChg>
        <pc:picChg chg="add del mod">
          <ac:chgData name="rani0325@outlook.com" userId="f332a00d8ee6209f" providerId="LiveId" clId="{D446B708-B6EA-4D39-8C42-CE99C0E48380}" dt="2026-02-02T18:15:17.105" v="234" actId="21"/>
          <ac:picMkLst>
            <pc:docMk/>
            <pc:sldMk cId="218342093" sldId="267"/>
            <ac:picMk id="10" creationId="{025C4D7B-BE61-D4DD-7B08-F9650094AD6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C5BF1-57F5-7427-7420-A5A5A0C51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A066B-275D-3385-7F3B-1E6CC28BA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E2FA3-6C3B-83C7-0F19-1787603D2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4AC9F-E2D4-4D42-A4C5-814D4639C7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070FF-A9C3-7018-5169-67CA86A88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ECEC1-378B-AD30-ED04-2908E905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A090A-4D8B-4CD2-9D74-65FCA215F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165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543D6-BB86-BAE3-D96E-01A1C55A5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094DD-8DC5-E45F-C153-744B6B573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BA9BA-3D95-17E4-6C7F-EA1951CC5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4AC9F-E2D4-4D42-A4C5-814D4639C7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3F910-7378-ED6A-2261-7CBEBCC5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B8D00-35CB-DA4F-D0B0-601ADE3C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A090A-4D8B-4CD2-9D74-65FCA215F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118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2EFA2-71F8-6B23-BDB0-077E302B6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7CF87-2C7E-4E7D-64FF-5F0952835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A46C4-5D5D-5976-D82E-596FABA56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4AC9F-E2D4-4D42-A4C5-814D4639C7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8F989-0E84-447F-E93C-0F0B2BADD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F1CDB-0631-E5D2-F1CD-953E86B3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A090A-4D8B-4CD2-9D74-65FCA215F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332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F4345-BC93-FC51-4B6E-22EF60BD2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665F5-9EAF-74B0-84FD-E051366FB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C846D-59C5-6479-36DD-2FC8286F0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0A14E-8132-C5C5-3603-D5B00E03A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4AC9F-E2D4-4D42-A4C5-814D4639C7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0D990-1231-FD0A-C71E-2538787E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B0937-C6B1-FE78-4F7C-435FA0DC9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A090A-4D8B-4CD2-9D74-65FCA215F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486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5EF6-416B-FEF9-90E7-384ACFF2C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EA9A5-3AE5-2BE5-ACCF-8D10D42D1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2BAF1-F295-5279-95B5-D04A4BC41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C2A7BF-8459-477B-97D7-996583B96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07B84B-88FE-0AC8-A93A-E99277A96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C1F6FB-791C-44A9-B0A8-019D73D79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4AC9F-E2D4-4D42-A4C5-814D4639C7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70FA30-FE66-48C3-F02E-5A25C70D0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17DAE0-C191-215D-7A85-38981DDD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A090A-4D8B-4CD2-9D74-65FCA215F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267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840AB-3818-39FE-569F-40827E6E0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C5D672-F008-3122-9FB4-F05F329D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4AC9F-E2D4-4D42-A4C5-814D4639C7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667BD-617B-7519-DC7A-FEA28EA22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A85DE-93FC-9C0F-CD86-DA453D44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A090A-4D8B-4CD2-9D74-65FCA215F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83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09DE71-B448-1A88-61DA-DF1E2F177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4AC9F-E2D4-4D42-A4C5-814D4639C7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5FC0E5-5A72-CC82-197A-681B961FC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64BD3-FD07-50B9-A47F-249FCC8B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A090A-4D8B-4CD2-9D74-65FCA215F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536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F714-C699-5D84-0788-7F267821B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FC5DF-F84D-9AE5-81A6-596692F19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0E1B-BE2E-BB28-AB4A-C044E717B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D74AC-58F1-A1EA-5A88-C77E629F9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4AC9F-E2D4-4D42-A4C5-814D4639C7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3911B-9959-7737-6E66-B0FA62579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CAD27-1B7C-BD45-F6F4-3A8B914CB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A090A-4D8B-4CD2-9D74-65FCA215F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26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42631-0C7F-F873-DA28-EAAA9C7D4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8B7FD0-E791-D13D-1364-DCEE91A638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5937-37D7-5E58-DE29-E9D713B7C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B6C3C-91BA-D0D0-0CBA-EF98F2617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4AC9F-E2D4-4D42-A4C5-814D4639C7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914F1-0E66-F843-C766-C293475B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1A9C7-BD31-12B2-126D-4AE825F03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A090A-4D8B-4CD2-9D74-65FCA215F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3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FE7A8-26E4-2E77-FEFE-618CF68F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402A3B-6775-3498-8C8C-663A782A8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B383C-CBD9-D26C-92B6-46BE8F26A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4AC9F-E2D4-4D42-A4C5-814D4639C7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9E14C-CAF4-26D7-E30A-4D7A4BD7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B758C-F712-3D79-5102-C82349C82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A090A-4D8B-4CD2-9D74-65FCA215F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532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4F0F6-2B46-2ED7-08B1-84CAA3E85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EBA0A-4565-813A-B19F-87492B53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84391-748E-1ED5-F1E4-EE50126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4AC9F-E2D4-4D42-A4C5-814D4639C7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83559-EC1E-0593-08C2-3DC23286D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A8CD0-E729-52F3-AFE2-E63010B5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A090A-4D8B-4CD2-9D74-65FCA215F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24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A048C-02E7-C291-BAE6-FE5943ED9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D8B38-735C-3A55-CE44-5D39EE34A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2E313-8B68-8881-D167-A7EE383CE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4AC9F-E2D4-4D42-A4C5-814D4639C7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F2D95-11C9-967A-F777-8C74ABCA83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BF131-65B9-CA04-65D3-D1E5766D7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A090A-4D8B-4CD2-9D74-65FCA215F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54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kasikrit/att-database-of-face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4FB38-8CC1-9C22-F69F-32F89B77B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1841"/>
            <a:ext cx="9144000" cy="265471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2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 Face Recognition Using Neural Networks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9078D8-4D61-B18F-3E70-74D2E7EF6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7582" y="3977979"/>
            <a:ext cx="3590884" cy="2514627"/>
          </a:xfrm>
        </p:spPr>
        <p:txBody>
          <a:bodyPr>
            <a:normAutofit fontScale="25000" lnSpcReduction="20000"/>
          </a:bodyPr>
          <a:lstStyle/>
          <a:p>
            <a:r>
              <a:rPr lang="en-IN" dirty="0"/>
              <a:t> </a:t>
            </a:r>
          </a:p>
          <a:p>
            <a:pPr algn="just"/>
            <a:r>
              <a:rPr lang="en-IN" sz="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just"/>
            <a:r>
              <a:rPr lang="en-IN" sz="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23B61A0553 R. Akanksha Rani </a:t>
            </a:r>
          </a:p>
          <a:p>
            <a:pPr algn="just"/>
            <a:r>
              <a:rPr lang="en-IN" sz="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23B61A0544 N. Praveen </a:t>
            </a:r>
          </a:p>
          <a:p>
            <a:pPr algn="just"/>
            <a:r>
              <a:rPr lang="en-IN" sz="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23B61A0546 N. Varun Teja </a:t>
            </a:r>
          </a:p>
          <a:p>
            <a:pPr algn="just"/>
            <a:r>
              <a:rPr lang="en-IN" sz="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23B61A0547 N. Pushpan </a:t>
            </a:r>
          </a:p>
          <a:p>
            <a:pPr algn="just"/>
            <a:r>
              <a:rPr lang="en-IN" sz="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23B61A0549 P. Lohith Reddy </a:t>
            </a:r>
          </a:p>
          <a:p>
            <a:pPr algn="just"/>
            <a:r>
              <a:rPr lang="en-IN" sz="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23B61A0550 P. Prem Kumar</a:t>
            </a:r>
          </a:p>
        </p:txBody>
      </p:sp>
    </p:spTree>
    <p:extLst>
      <p:ext uri="{BB962C8B-B14F-4D97-AF65-F5344CB8AC3E}">
        <p14:creationId xmlns:p14="http://schemas.microsoft.com/office/powerpoint/2010/main" val="593569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42ABB-01D9-060B-A964-7ADDC9B94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959" y="213962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DCE80F5-9527-B395-04DB-180F7FF9CD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6831" y="1656483"/>
            <a:ext cx="10626969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is an important application of Artificial Intelligence (AI) and Artificial Neural Networks (ANNs).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identify or verify a person based on facial images.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systems are widely applied in security, surveillance, attendance systems, and authentication.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Networks are effective in learning complex facial features and patterns.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case study focuses on developing a face recognition system using an ANN model.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the AT&amp;T Face Dataset along with custom face images.</a:t>
            </a:r>
          </a:p>
        </p:txBody>
      </p:sp>
    </p:spTree>
    <p:extLst>
      <p:ext uri="{BB962C8B-B14F-4D97-AF65-F5344CB8AC3E}">
        <p14:creationId xmlns:p14="http://schemas.microsoft.com/office/powerpoint/2010/main" val="65321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4D921-0603-16F5-3780-3186F3AD8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755" y="376369"/>
            <a:ext cx="10515600" cy="1120876"/>
          </a:xfrm>
        </p:spPr>
        <p:txBody>
          <a:bodyPr>
            <a:normAutofit/>
          </a:bodyPr>
          <a:lstStyle/>
          <a:p>
            <a:r>
              <a:rPr lang="en-IN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48E9A-843C-DE68-E965-76174E845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755" y="1497245"/>
            <a:ext cx="10515600" cy="507367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200" spc="-10" dirty="0">
                <a:latin typeface="Times New Roman"/>
                <a:cs typeface="Times New Roman"/>
              </a:rPr>
              <a:t>Traditional methods fail under variations in lighting, pose, and expressions need an intelligent system for accurate face recognition.</a:t>
            </a:r>
          </a:p>
          <a:p>
            <a:pPr marL="584200" indent="-342900">
              <a:lnSpc>
                <a:spcPct val="150000"/>
              </a:lnSpc>
              <a:spcBef>
                <a:spcPts val="1355"/>
              </a:spcBef>
              <a:tabLst>
                <a:tab pos="469265" algn="l"/>
              </a:tabLst>
            </a:pPr>
            <a:r>
              <a:rPr lang="en-US" sz="2200" spc="-20" dirty="0">
                <a:latin typeface="Times New Roman"/>
                <a:cs typeface="Times New Roman"/>
              </a:rPr>
              <a:t>To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study</a:t>
            </a:r>
            <a:r>
              <a:rPr lang="en-US" sz="2200" spc="-2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the</a:t>
            </a:r>
            <a:r>
              <a:rPr lang="en-US" sz="2200" spc="-2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working</a:t>
            </a:r>
            <a:r>
              <a:rPr lang="en-US" sz="2200" spc="-2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of</a:t>
            </a:r>
            <a:r>
              <a:rPr lang="en-US" sz="2200" spc="-2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neural</a:t>
            </a:r>
            <a:r>
              <a:rPr lang="en-US" sz="2200" spc="-2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networks</a:t>
            </a:r>
            <a:r>
              <a:rPr lang="en-US" sz="2200" spc="-2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in</a:t>
            </a:r>
            <a:r>
              <a:rPr lang="en-US" sz="2200" spc="-2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face</a:t>
            </a:r>
            <a:r>
              <a:rPr lang="en-US" sz="2200" spc="-20" dirty="0">
                <a:latin typeface="Times New Roman"/>
                <a:cs typeface="Times New Roman"/>
              </a:rPr>
              <a:t> </a:t>
            </a:r>
            <a:r>
              <a:rPr lang="en-US" sz="2200" spc="-10" dirty="0">
                <a:latin typeface="Times New Roman"/>
                <a:cs typeface="Times New Roman"/>
              </a:rPr>
              <a:t>recognition.</a:t>
            </a:r>
            <a:endParaRPr lang="en-US" sz="2200" dirty="0">
              <a:latin typeface="Times New Roman"/>
              <a:cs typeface="Times New Roman"/>
            </a:endParaRPr>
          </a:p>
          <a:p>
            <a:pPr marL="584200" indent="-342900">
              <a:lnSpc>
                <a:spcPct val="150000"/>
              </a:lnSpc>
              <a:spcBef>
                <a:spcPts val="635"/>
              </a:spcBef>
              <a:tabLst>
                <a:tab pos="469265" algn="l"/>
              </a:tabLst>
            </a:pPr>
            <a:r>
              <a:rPr lang="en-US" sz="2200" spc="-20" dirty="0">
                <a:latin typeface="Times New Roman"/>
                <a:cs typeface="Times New Roman"/>
              </a:rPr>
              <a:t>To</a:t>
            </a:r>
            <a:r>
              <a:rPr lang="en-US" sz="2200" spc="-4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preprocess</a:t>
            </a:r>
            <a:r>
              <a:rPr lang="en-US" sz="2200" spc="-3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facial</a:t>
            </a:r>
            <a:r>
              <a:rPr lang="en-US" sz="2200" spc="-4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image</a:t>
            </a:r>
            <a:r>
              <a:rPr lang="en-US" sz="2200" spc="-3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data</a:t>
            </a:r>
            <a:r>
              <a:rPr lang="en-US" sz="2200" spc="-4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for</a:t>
            </a:r>
            <a:r>
              <a:rPr lang="en-US" sz="2200" spc="-3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effective</a:t>
            </a:r>
            <a:r>
              <a:rPr lang="en-US" sz="2200" spc="-40" dirty="0">
                <a:latin typeface="Times New Roman"/>
                <a:cs typeface="Times New Roman"/>
              </a:rPr>
              <a:t> </a:t>
            </a:r>
            <a:r>
              <a:rPr lang="en-US" sz="2200" spc="-10" dirty="0">
                <a:latin typeface="Times New Roman"/>
                <a:cs typeface="Times New Roman"/>
              </a:rPr>
              <a:t>training.</a:t>
            </a:r>
            <a:endParaRPr lang="en-US" sz="2200" dirty="0">
              <a:latin typeface="Times New Roman"/>
              <a:cs typeface="Times New Roman"/>
            </a:endParaRPr>
          </a:p>
          <a:p>
            <a:pPr marL="584200" indent="-342900">
              <a:lnSpc>
                <a:spcPct val="150000"/>
              </a:lnSpc>
              <a:spcBef>
                <a:spcPts val="640"/>
              </a:spcBef>
              <a:tabLst>
                <a:tab pos="469265" algn="l"/>
              </a:tabLst>
            </a:pPr>
            <a:r>
              <a:rPr lang="en-US" sz="2200" spc="-20" dirty="0">
                <a:latin typeface="Times New Roman"/>
                <a:cs typeface="Times New Roman"/>
              </a:rPr>
              <a:t>To</a:t>
            </a:r>
            <a:r>
              <a:rPr lang="en-US" sz="2200" spc="-3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train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a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neural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network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model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using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spc="-10" dirty="0">
                <a:latin typeface="Times New Roman"/>
                <a:cs typeface="Times New Roman"/>
              </a:rPr>
              <a:t>backpropagation.</a:t>
            </a:r>
            <a:endParaRPr lang="en-US" sz="2200" dirty="0">
              <a:latin typeface="Times New Roman"/>
              <a:cs typeface="Times New Roman"/>
            </a:endParaRPr>
          </a:p>
          <a:p>
            <a:pPr marL="584200" indent="-342900">
              <a:lnSpc>
                <a:spcPct val="150000"/>
              </a:lnSpc>
              <a:spcBef>
                <a:spcPts val="635"/>
              </a:spcBef>
              <a:tabLst>
                <a:tab pos="469265" algn="l"/>
              </a:tabLst>
            </a:pPr>
            <a:r>
              <a:rPr lang="en-US" sz="2200" spc="-20" dirty="0">
                <a:latin typeface="Times New Roman"/>
                <a:cs typeface="Times New Roman"/>
              </a:rPr>
              <a:t>To</a:t>
            </a:r>
            <a:r>
              <a:rPr lang="en-US" sz="2200" spc="-3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test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the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trained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model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on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unseen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face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spc="-10" dirty="0">
                <a:latin typeface="Times New Roman"/>
                <a:cs typeface="Times New Roman"/>
              </a:rPr>
              <a:t>images.</a:t>
            </a:r>
            <a:endParaRPr lang="en-US" sz="2200" dirty="0">
              <a:latin typeface="Times New Roman"/>
              <a:cs typeface="Times New Roman"/>
            </a:endParaRPr>
          </a:p>
          <a:p>
            <a:pPr marL="584200" indent="-342900">
              <a:lnSpc>
                <a:spcPct val="150000"/>
              </a:lnSpc>
              <a:spcBef>
                <a:spcPts val="640"/>
              </a:spcBef>
              <a:tabLst>
                <a:tab pos="469265" algn="l"/>
              </a:tabLst>
            </a:pPr>
            <a:r>
              <a:rPr lang="en-US" sz="2200" spc="-20" dirty="0">
                <a:latin typeface="Times New Roman"/>
                <a:cs typeface="Times New Roman"/>
              </a:rPr>
              <a:t>To</a:t>
            </a:r>
            <a:r>
              <a:rPr lang="en-US" sz="2200" spc="-4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analyze</a:t>
            </a:r>
            <a:r>
              <a:rPr lang="en-US" sz="2200" spc="-4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performance,</a:t>
            </a:r>
            <a:r>
              <a:rPr lang="en-US" sz="2200" spc="-3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challenges,</a:t>
            </a:r>
            <a:r>
              <a:rPr lang="en-US" sz="2200" spc="-4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and</a:t>
            </a:r>
            <a:r>
              <a:rPr lang="en-US" sz="2200" spc="-3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limitations</a:t>
            </a:r>
            <a:r>
              <a:rPr lang="en-US" sz="2200" spc="-4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of</a:t>
            </a:r>
            <a:r>
              <a:rPr lang="en-US" sz="2200" spc="-3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the</a:t>
            </a:r>
            <a:r>
              <a:rPr lang="en-US" sz="2200" spc="-40" dirty="0">
                <a:latin typeface="Times New Roman"/>
                <a:cs typeface="Times New Roman"/>
              </a:rPr>
              <a:t> </a:t>
            </a:r>
            <a:r>
              <a:rPr lang="en-US" sz="2200" spc="-10" dirty="0">
                <a:latin typeface="Times New Roman"/>
                <a:cs typeface="Times New Roman"/>
              </a:rPr>
              <a:t>system.</a:t>
            </a:r>
            <a:endParaRPr lang="en-US" sz="22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337028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A3C0-038E-C5BA-A4CF-53A215470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42" y="237534"/>
            <a:ext cx="10643191" cy="1325563"/>
          </a:xfrm>
        </p:spPr>
        <p:txBody>
          <a:bodyPr>
            <a:normAutofit/>
          </a:bodyPr>
          <a:lstStyle/>
          <a:p>
            <a:r>
              <a:rPr lang="en-IN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B8827C-6676-98FB-E2B0-DF11F6759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944" y="624597"/>
            <a:ext cx="4877223" cy="560880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1636C8A-735F-E45E-500C-3569D0FDF1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1121" y="1470513"/>
            <a:ext cx="6466367" cy="4624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face image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module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CNN-based feature extraction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and confidence analysis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as recognized name or “Unknown”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AT&amp;T Dataset</a:t>
            </a:r>
            <a:b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https://www.kaggle.com/datasets/kasikrit/att-database-of-faces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538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15DF-096B-BF97-DFE3-9A2A2CD2A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940" y="354492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457DB0-1AF5-D2AB-E28B-B8D34241AD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7570" y="1763918"/>
            <a:ext cx="10676860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face recognition system was implemented using Python due to its strong support for machine learning and image processing.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 and Keras were used to design and train the neural network model.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OpenCV was used for image loading, resizing, grayscale conversion, and normalization.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Convolutional Neural Network (CNN) was trained using supervised learning and backpropagation.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model was tested on unseen images to evaluate recognition performance.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confidence-based threshold was applied to classify faces as known or unknown.</a:t>
            </a:r>
          </a:p>
        </p:txBody>
      </p:sp>
    </p:spTree>
    <p:extLst>
      <p:ext uri="{BB962C8B-B14F-4D97-AF65-F5344CB8AC3E}">
        <p14:creationId xmlns:p14="http://schemas.microsoft.com/office/powerpoint/2010/main" val="714629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03D62-76F4-3430-4B0F-C83C9AE6E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1848"/>
            <a:ext cx="10515600" cy="1101214"/>
          </a:xfrm>
        </p:spPr>
        <p:txBody>
          <a:bodyPr>
            <a:normAutofit/>
          </a:bodyPr>
          <a:lstStyle/>
          <a:p>
            <a:r>
              <a:rPr lang="en-IN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Output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CD019B-DB59-8692-907C-4F33164062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91750"/>
            <a:ext cx="7774629" cy="3078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Images were successfully preprocessed and standardized.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85–90% accuracy on test data.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Known faces were recognized correctly.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Unknown faces were detected using a threshold.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generalized well to unseen images.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 verification (same/different) was successfully implemented.</a:t>
            </a:r>
          </a:p>
        </p:txBody>
      </p:sp>
    </p:spTree>
    <p:extLst>
      <p:ext uri="{BB962C8B-B14F-4D97-AF65-F5344CB8AC3E}">
        <p14:creationId xmlns:p14="http://schemas.microsoft.com/office/powerpoint/2010/main" val="3915341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5AC5D-212A-C921-4738-52F502B8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385795"/>
            <a:ext cx="105156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7BB15B-0828-51C2-0F2D-4F95D144D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8903" y="258603"/>
            <a:ext cx="3146877" cy="45541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A64374-E191-078F-501E-B76626CAB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901" y="282031"/>
            <a:ext cx="3431151" cy="45541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A6D590-252C-E5C2-14C7-45B3269A2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68" y="282031"/>
            <a:ext cx="3431151" cy="4530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7E320B-DB2B-6D88-6915-2D823CE84F38}"/>
              </a:ext>
            </a:extLst>
          </p:cNvPr>
          <p:cNvSpPr txBox="1"/>
          <p:nvPr/>
        </p:nvSpPr>
        <p:spPr>
          <a:xfrm>
            <a:off x="600904" y="4957304"/>
            <a:ext cx="3146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on AT&amp;T Dataset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73AC36-1E02-E508-56F9-DC74A7D5C3B9}"/>
              </a:ext>
            </a:extLst>
          </p:cNvPr>
          <p:cNvSpPr txBox="1"/>
          <p:nvPr/>
        </p:nvSpPr>
        <p:spPr>
          <a:xfrm>
            <a:off x="4438903" y="4957304"/>
            <a:ext cx="3431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on Custom Dataset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FE3180-0759-035B-0C43-A68072A3DBF2}"/>
              </a:ext>
            </a:extLst>
          </p:cNvPr>
          <p:cNvSpPr txBox="1"/>
          <p:nvPr/>
        </p:nvSpPr>
        <p:spPr>
          <a:xfrm>
            <a:off x="8729330" y="4957304"/>
            <a:ext cx="3244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 Face Recognition</a:t>
            </a:r>
          </a:p>
        </p:txBody>
      </p:sp>
    </p:spTree>
    <p:extLst>
      <p:ext uri="{BB962C8B-B14F-4D97-AF65-F5344CB8AC3E}">
        <p14:creationId xmlns:p14="http://schemas.microsoft.com/office/powerpoint/2010/main" val="218342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30368B-C7F6-7141-088F-324618691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537" y="656418"/>
            <a:ext cx="7075517" cy="4534533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5C4D7B-BE61-D4DD-7B08-F9650094AD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35" y="656418"/>
            <a:ext cx="3181794" cy="45345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8950B9-2059-64C8-320E-6C2F43CD6DC5}"/>
              </a:ext>
            </a:extLst>
          </p:cNvPr>
          <p:cNvSpPr txBox="1"/>
          <p:nvPr/>
        </p:nvSpPr>
        <p:spPr>
          <a:xfrm>
            <a:off x="580535" y="5401340"/>
            <a:ext cx="3289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on Custom Dataset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B58A69-CFAD-3084-F601-3BF89E614BC8}"/>
              </a:ext>
            </a:extLst>
          </p:cNvPr>
          <p:cNvSpPr txBox="1"/>
          <p:nvPr/>
        </p:nvSpPr>
        <p:spPr>
          <a:xfrm>
            <a:off x="6817244" y="5401340"/>
            <a:ext cx="3009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Comparison – Same Person</a:t>
            </a:r>
          </a:p>
        </p:txBody>
      </p:sp>
    </p:spTree>
    <p:extLst>
      <p:ext uri="{BB962C8B-B14F-4D97-AF65-F5344CB8AC3E}">
        <p14:creationId xmlns:p14="http://schemas.microsoft.com/office/powerpoint/2010/main" val="1566511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7CAB3E-5081-6407-7C63-C7B274A94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637" y="1386217"/>
            <a:ext cx="5592728" cy="34575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25E95A-746F-9971-5763-DEA8C2CCC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35" y="1434712"/>
            <a:ext cx="5316280" cy="34090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F7ADC6-213D-86A9-BF14-3F1F730778D6}"/>
              </a:ext>
            </a:extLst>
          </p:cNvPr>
          <p:cNvSpPr txBox="1"/>
          <p:nvPr/>
        </p:nvSpPr>
        <p:spPr>
          <a:xfrm>
            <a:off x="1297172" y="5019687"/>
            <a:ext cx="3253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Comparison – Different Persons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2F466-6E71-500B-7AAD-968BB868FBDC}"/>
              </a:ext>
            </a:extLst>
          </p:cNvPr>
          <p:cNvSpPr txBox="1"/>
          <p:nvPr/>
        </p:nvSpPr>
        <p:spPr>
          <a:xfrm>
            <a:off x="7262036" y="5019687"/>
            <a:ext cx="3508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Comparison – Unknown Persons</a:t>
            </a:r>
          </a:p>
        </p:txBody>
      </p:sp>
    </p:spTree>
    <p:extLst>
      <p:ext uri="{BB962C8B-B14F-4D97-AF65-F5344CB8AC3E}">
        <p14:creationId xmlns:p14="http://schemas.microsoft.com/office/powerpoint/2010/main" val="601617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3273-A779-A671-9BD5-F75B1C52B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79" y="339443"/>
            <a:ext cx="10515600" cy="1323238"/>
          </a:xfrm>
        </p:spPr>
        <p:txBody>
          <a:bodyPr>
            <a:normAutofit/>
          </a:bodyPr>
          <a:lstStyle/>
          <a:p>
            <a:r>
              <a:rPr lang="en-IN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Limitations &amp; 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4AF888-C3C8-42DA-6E22-C3086B0A9E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6379" y="2056086"/>
            <a:ext cx="10873939" cy="3078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trained on a small dataset, which limits generalization.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may vary with lighting, pose, and image quality.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Unknown faces may sometimes be mapped to the closest known class.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neural network–based face recognition system was successfully implemented and evaluated.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demonstrated effective recognition, unknown detection, and face verification.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097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510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Machine Learning  Assignment 2  Case Study  Topic: Face Recognition Using Neural Networks</vt:lpstr>
      <vt:lpstr>Introduction</vt:lpstr>
      <vt:lpstr>Problem Statement &amp; Objective </vt:lpstr>
      <vt:lpstr> System Architecture</vt:lpstr>
      <vt:lpstr> Implementation</vt:lpstr>
      <vt:lpstr>Results and Output</vt:lpstr>
      <vt:lpstr>PowerPoint Presentation</vt:lpstr>
      <vt:lpstr>PowerPoint Presentation</vt:lpstr>
      <vt:lpstr>PowerPoint Presentation</vt:lpstr>
      <vt:lpstr> Limitations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saketh bolishetty</dc:creator>
  <cp:lastModifiedBy>rani0325@outlook.com</cp:lastModifiedBy>
  <cp:revision>3</cp:revision>
  <dcterms:created xsi:type="dcterms:W3CDTF">2026-02-02T17:15:27Z</dcterms:created>
  <dcterms:modified xsi:type="dcterms:W3CDTF">2026-02-04T16:56:21Z</dcterms:modified>
</cp:coreProperties>
</file>